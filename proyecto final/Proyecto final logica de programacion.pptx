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C7598-BB7F-4DB2-A983-D68E01A5BD8D}" type="datetimeFigureOut">
              <a:rPr lang="es-EC" smtClean="0"/>
              <a:t>1/3/2026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7257B-974F-46F4-B8A0-B45434625AC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088657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C7598-BB7F-4DB2-A983-D68E01A5BD8D}" type="datetimeFigureOut">
              <a:rPr lang="es-EC" smtClean="0"/>
              <a:t>1/3/2026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7257B-974F-46F4-B8A0-B45434625AC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987711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C7598-BB7F-4DB2-A983-D68E01A5BD8D}" type="datetimeFigureOut">
              <a:rPr lang="es-EC" smtClean="0"/>
              <a:t>1/3/2026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7257B-974F-46F4-B8A0-B45434625AC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26621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C7598-BB7F-4DB2-A983-D68E01A5BD8D}" type="datetimeFigureOut">
              <a:rPr lang="es-EC" smtClean="0"/>
              <a:t>1/3/2026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7257B-974F-46F4-B8A0-B45434625AC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840730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C7598-BB7F-4DB2-A983-D68E01A5BD8D}" type="datetimeFigureOut">
              <a:rPr lang="es-EC" smtClean="0"/>
              <a:t>1/3/2026</a:t>
            </a:fld>
            <a:endParaRPr lang="es-EC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7257B-974F-46F4-B8A0-B45434625AC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912070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C7598-BB7F-4DB2-A983-D68E01A5BD8D}" type="datetimeFigureOut">
              <a:rPr lang="es-EC" smtClean="0"/>
              <a:t>1/3/2026</a:t>
            </a:fld>
            <a:endParaRPr lang="es-EC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7257B-974F-46F4-B8A0-B45434625AC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04118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C7598-BB7F-4DB2-A983-D68E01A5BD8D}" type="datetimeFigureOut">
              <a:rPr lang="es-EC" smtClean="0"/>
              <a:t>1/3/2026</a:t>
            </a:fld>
            <a:endParaRPr lang="es-EC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7257B-974F-46F4-B8A0-B45434625AC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414801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C7598-BB7F-4DB2-A983-D68E01A5BD8D}" type="datetimeFigureOut">
              <a:rPr lang="es-EC" smtClean="0"/>
              <a:t>1/3/2026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7257B-974F-46F4-B8A0-B45434625AC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14381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C7598-BB7F-4DB2-A983-D68E01A5BD8D}" type="datetimeFigureOut">
              <a:rPr lang="es-EC" smtClean="0"/>
              <a:t>1/3/2026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7257B-974F-46F4-B8A0-B45434625AC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271776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C7598-BB7F-4DB2-A983-D68E01A5BD8D}" type="datetimeFigureOut">
              <a:rPr lang="es-EC" smtClean="0"/>
              <a:t>1/3/2026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7257B-974F-46F4-B8A0-B45434625AC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09826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C7598-BB7F-4DB2-A983-D68E01A5BD8D}" type="datetimeFigureOut">
              <a:rPr lang="es-EC" smtClean="0"/>
              <a:t>1/3/2026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7257B-974F-46F4-B8A0-B45434625AC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3508198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C7598-BB7F-4DB2-A983-D68E01A5BD8D}" type="datetimeFigureOut">
              <a:rPr lang="es-EC" smtClean="0"/>
              <a:t>1/3/2026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7257B-974F-46F4-B8A0-B45434625AC4}" type="slidenum">
              <a:rPr lang="es-EC" smtClean="0"/>
              <a:t>‹Nº›</a:t>
            </a:fld>
            <a:endParaRPr lang="es-EC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848793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C7598-BB7F-4DB2-A983-D68E01A5BD8D}" type="datetimeFigureOut">
              <a:rPr lang="es-EC" smtClean="0"/>
              <a:t>1/3/2026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7257B-974F-46F4-B8A0-B45434625AC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3012247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C7598-BB7F-4DB2-A983-D68E01A5BD8D}" type="datetimeFigureOut">
              <a:rPr lang="es-EC" smtClean="0"/>
              <a:t>1/3/2026</a:t>
            </a:fld>
            <a:endParaRPr lang="es-EC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7257B-974F-46F4-B8A0-B45434625AC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647661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C7598-BB7F-4DB2-A983-D68E01A5BD8D}" type="datetimeFigureOut">
              <a:rPr lang="es-EC" smtClean="0"/>
              <a:t>1/3/2026</a:t>
            </a:fld>
            <a:endParaRPr lang="es-EC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7257B-974F-46F4-B8A0-B45434625AC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2585710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C7598-BB7F-4DB2-A983-D68E01A5BD8D}" type="datetimeFigureOut">
              <a:rPr lang="es-EC" smtClean="0"/>
              <a:t>1/3/2026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7257B-974F-46F4-B8A0-B45434625AC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3890861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C7598-BB7F-4DB2-A983-D68E01A5BD8D}" type="datetimeFigureOut">
              <a:rPr lang="es-EC" smtClean="0"/>
              <a:t>1/3/2026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B7257B-974F-46F4-B8A0-B45434625AC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678021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EC7598-BB7F-4DB2-A983-D68E01A5BD8D}" type="datetimeFigureOut">
              <a:rPr lang="es-EC" smtClean="0"/>
              <a:t>1/3/2026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B7257B-974F-46F4-B8A0-B45434625AC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8352962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smtClean="0"/>
              <a:t>Proyecto final</a:t>
            </a:r>
            <a:br>
              <a:rPr lang="es-ES" dirty="0" smtClean="0"/>
            </a:br>
            <a:r>
              <a:rPr lang="es-ES" dirty="0" err="1" smtClean="0"/>
              <a:t>snake</a:t>
            </a:r>
            <a:r>
              <a:rPr lang="es-ES" dirty="0" smtClean="0"/>
              <a:t> </a:t>
            </a:r>
            <a:endParaRPr lang="es-EC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 smtClean="0"/>
              <a:t>Docente: Mónica patricia Salazar tapia </a:t>
            </a:r>
          </a:p>
          <a:p>
            <a:r>
              <a:rPr lang="es-ES" dirty="0" smtClean="0"/>
              <a:t>Lógica de programación  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586202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1600" dirty="0" smtClean="0"/>
              <a:t>de que trata el juego de </a:t>
            </a:r>
            <a:r>
              <a:rPr lang="es-ES" sz="1600" dirty="0" err="1" smtClean="0"/>
              <a:t>snake</a:t>
            </a:r>
            <a:r>
              <a:rPr lang="es-ES" sz="1600" dirty="0" smtClean="0"/>
              <a:t> o juego de la serpiente </a:t>
            </a:r>
            <a:br>
              <a:rPr lang="es-ES" sz="1600" dirty="0" smtClean="0"/>
            </a:br>
            <a:r>
              <a:rPr lang="es-ES" sz="1600" dirty="0"/>
              <a:t/>
            </a:r>
            <a:br>
              <a:rPr lang="es-ES" sz="1600" dirty="0"/>
            </a:br>
            <a:r>
              <a:rPr lang="es-ES" sz="1600" dirty="0" smtClean="0"/>
              <a:t/>
            </a:r>
            <a:br>
              <a:rPr lang="es-ES" sz="1600" dirty="0" smtClean="0"/>
            </a:br>
            <a:endParaRPr lang="es-EC" sz="16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47656" y="609599"/>
            <a:ext cx="5519899" cy="53470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1600" b="1" dirty="0"/>
              <a:t> </a:t>
            </a:r>
            <a:r>
              <a:rPr lang="es-ES" sz="1600" b="1" dirty="0" smtClean="0"/>
              <a:t>MI INSPIRACIÓN PARA HACER ESTE JUEGO  </a:t>
            </a:r>
          </a:p>
          <a:p>
            <a:pPr marL="0" indent="0">
              <a:buNone/>
            </a:pPr>
            <a:r>
              <a:rPr lang="es-ES" sz="1600" dirty="0" smtClean="0"/>
              <a:t>Yo quise hacer este juego porque me gustaba jugar mucho este juego cunado era pequeño, es un juego muy icónico mara muchas persona, ya que es un juego muy sencillo y fácil de jugar </a:t>
            </a:r>
          </a:p>
          <a:p>
            <a:pPr marL="0" indent="0">
              <a:buNone/>
            </a:pPr>
            <a:endParaRPr lang="es-ES" sz="1600" dirty="0"/>
          </a:p>
          <a:p>
            <a:pPr marL="0" indent="0">
              <a:buNone/>
            </a:pPr>
            <a:endParaRPr lang="es-ES" sz="1600" dirty="0" smtClean="0"/>
          </a:p>
          <a:p>
            <a:pPr marL="0" indent="0">
              <a:buNone/>
            </a:pPr>
            <a:endParaRPr lang="es-ES" sz="1600" dirty="0"/>
          </a:p>
          <a:p>
            <a:pPr marL="0" indent="0">
              <a:buNone/>
            </a:pPr>
            <a:endParaRPr lang="es-ES" sz="1600" dirty="0" smtClean="0"/>
          </a:p>
          <a:p>
            <a:pPr marL="0" indent="0">
              <a:buNone/>
            </a:pPr>
            <a:endParaRPr lang="es-ES" sz="1600" dirty="0"/>
          </a:p>
          <a:p>
            <a:pPr marL="0" indent="0">
              <a:buNone/>
            </a:pPr>
            <a:endParaRPr lang="es-ES" sz="1600" dirty="0" smtClean="0"/>
          </a:p>
          <a:p>
            <a:pPr marL="0" indent="0">
              <a:buNone/>
            </a:pPr>
            <a:endParaRPr lang="es-ES" sz="1600" dirty="0"/>
          </a:p>
          <a:p>
            <a:pPr marL="0" indent="0">
              <a:buNone/>
            </a:pPr>
            <a:endParaRPr lang="es-EC" sz="1600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dirty="0" smtClean="0"/>
              <a:t>Trata de comer fruta para aumentar el tamaño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dirty="0" smtClean="0"/>
              <a:t>De no tocar los bordes del juego o el cuerpo de la serpiente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dirty="0" smtClean="0"/>
              <a:t>Aumentar de puntos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dirty="0" smtClean="0"/>
              <a:t>Y sobre todo es un juego para distraerse y disfrutar </a:t>
            </a:r>
            <a:endParaRPr lang="es-EC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7656" y="4087375"/>
            <a:ext cx="2608460" cy="1703824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5646" y="3964720"/>
            <a:ext cx="2531752" cy="1826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140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3795" y="609601"/>
            <a:ext cx="5055931" cy="5181600"/>
          </a:xfrm>
        </p:spPr>
        <p:txBody>
          <a:bodyPr/>
          <a:lstStyle/>
          <a:p>
            <a:r>
              <a:rPr lang="es-ES" dirty="0" smtClean="0"/>
              <a:t>Diagrama de flujo de como funciona la comida </a:t>
            </a:r>
            <a:endParaRPr lang="es-EC" dirty="0"/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6027" y="609601"/>
            <a:ext cx="4588267" cy="5072742"/>
          </a:xfrm>
        </p:spPr>
      </p:pic>
    </p:spTree>
    <p:extLst>
      <p:ext uri="{BB962C8B-B14F-4D97-AF65-F5344CB8AC3E}">
        <p14:creationId xmlns:p14="http://schemas.microsoft.com/office/powerpoint/2010/main" val="2080159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7228" y="609599"/>
            <a:ext cx="3932237" cy="5294811"/>
          </a:xfrm>
        </p:spPr>
        <p:txBody>
          <a:bodyPr/>
          <a:lstStyle/>
          <a:p>
            <a:r>
              <a:rPr lang="es-ES" dirty="0" smtClean="0"/>
              <a:t>Diagrama de flujo de colisiones </a:t>
            </a:r>
            <a:br>
              <a:rPr lang="es-ES" dirty="0" smtClean="0"/>
            </a:br>
            <a:r>
              <a:rPr lang="es-ES" dirty="0"/>
              <a:t/>
            </a:r>
            <a:br>
              <a:rPr lang="es-ES" dirty="0"/>
            </a:br>
            <a:r>
              <a:rPr lang="es-ES" dirty="0" smtClean="0"/>
              <a:t/>
            </a:r>
            <a:br>
              <a:rPr lang="es-ES" dirty="0" smtClean="0"/>
            </a:br>
            <a:r>
              <a:rPr lang="es-ES" dirty="0"/>
              <a:t/>
            </a:r>
            <a:br>
              <a:rPr lang="es-ES" dirty="0"/>
            </a:br>
            <a:r>
              <a:rPr lang="es-ES" dirty="0" smtClean="0"/>
              <a:t/>
            </a:r>
            <a:br>
              <a:rPr lang="es-ES" dirty="0" smtClean="0"/>
            </a:br>
            <a:r>
              <a:rPr lang="es-ES" dirty="0"/>
              <a:t/>
            </a:r>
            <a:br>
              <a:rPr lang="es-ES" dirty="0"/>
            </a:br>
            <a:endParaRPr lang="es-EC" dirty="0"/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2160" y="435517"/>
            <a:ext cx="3657600" cy="6077697"/>
          </a:xfrm>
        </p:spPr>
      </p:pic>
    </p:spTree>
    <p:extLst>
      <p:ext uri="{BB962C8B-B14F-4D97-AF65-F5344CB8AC3E}">
        <p14:creationId xmlns:p14="http://schemas.microsoft.com/office/powerpoint/2010/main" val="3271377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895559" y="465909"/>
            <a:ext cx="3932237" cy="1676400"/>
          </a:xfrm>
        </p:spPr>
        <p:txBody>
          <a:bodyPr/>
          <a:lstStyle/>
          <a:p>
            <a:r>
              <a:rPr lang="es-ES" dirty="0" smtClean="0"/>
              <a:t>Cronograma de las 8 semanas de la elaboración del proyecto</a:t>
            </a:r>
            <a:endParaRPr lang="es-EC" dirty="0"/>
          </a:p>
        </p:txBody>
      </p:sp>
      <p:pic>
        <p:nvPicPr>
          <p:cNvPr id="6" name="Marcador de contenido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726" y="2564142"/>
            <a:ext cx="9870349" cy="3869626"/>
          </a:xfrm>
        </p:spPr>
      </p:pic>
    </p:spTree>
    <p:extLst>
      <p:ext uri="{BB962C8B-B14F-4D97-AF65-F5344CB8AC3E}">
        <p14:creationId xmlns:p14="http://schemas.microsoft.com/office/powerpoint/2010/main" val="18886987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4955177"/>
          </a:xfrm>
        </p:spPr>
        <p:txBody>
          <a:bodyPr/>
          <a:lstStyle/>
          <a:p>
            <a:r>
              <a:rPr lang="es-ES" dirty="0" smtClean="0"/>
              <a:t>GRACIAS </a:t>
            </a:r>
            <a:endParaRPr lang="es-EC" sz="4000" dirty="0"/>
          </a:p>
        </p:txBody>
      </p:sp>
    </p:spTree>
    <p:extLst>
      <p:ext uri="{BB962C8B-B14F-4D97-AF65-F5344CB8AC3E}">
        <p14:creationId xmlns:p14="http://schemas.microsoft.com/office/powerpoint/2010/main" val="1103858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78346F"/>
      </a:dk2>
      <a:lt2>
        <a:srgbClr val="D9A8D2"/>
      </a:lt2>
      <a:accent1>
        <a:srgbClr val="CE57AB"/>
      </a:accent1>
      <a:accent2>
        <a:srgbClr val="8E8EFD"/>
      </a:accent2>
      <a:accent3>
        <a:srgbClr val="7CBCE0"/>
      </a:accent3>
      <a:accent4>
        <a:srgbClr val="70BF9F"/>
      </a:accent4>
      <a:accent5>
        <a:srgbClr val="A5B960"/>
      </a:accent5>
      <a:accent6>
        <a:srgbClr val="D47A57"/>
      </a:accent6>
      <a:hlink>
        <a:srgbClr val="D164DE"/>
      </a:hlink>
      <a:folHlink>
        <a:srgbClr val="BE87C4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D4FE1632-F131-47D3-A814-99E9CD025E2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TM04033921[[fn=Damasco]]</Template>
  <TotalTime>108</TotalTime>
  <Words>124</Words>
  <Application>Microsoft Office PowerPoint</Application>
  <PresentationFormat>Panorámica</PresentationFormat>
  <Paragraphs>20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Bookman Old Style</vt:lpstr>
      <vt:lpstr>Rockwell</vt:lpstr>
      <vt:lpstr>Damask</vt:lpstr>
      <vt:lpstr>Proyecto final snake </vt:lpstr>
      <vt:lpstr>de que trata el juego de snake o juego de la serpiente    </vt:lpstr>
      <vt:lpstr>Diagrama de flujo de como funciona la comida </vt:lpstr>
      <vt:lpstr>Diagrama de flujo de colisiones       </vt:lpstr>
      <vt:lpstr>Cronograma de las 8 semanas de la elaboración del proyecto</vt:lpstr>
      <vt:lpstr>GRACIAS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 PC</dc:creator>
  <cp:lastModifiedBy>MI PC</cp:lastModifiedBy>
  <cp:revision>7</cp:revision>
  <dcterms:created xsi:type="dcterms:W3CDTF">2026-03-01T06:41:17Z</dcterms:created>
  <dcterms:modified xsi:type="dcterms:W3CDTF">2026-03-01T22:35:31Z</dcterms:modified>
</cp:coreProperties>
</file>